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Singapore Milk Tea Market Share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Presentation on the Singapore Milk Tea Market Share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Purpose of the research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Significance of milk tea in Singapore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Goals of the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Historical growth of milk tea consumption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Major players in the market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Current consumer trends and preferences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Data sources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Methods of data collection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Techniques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Share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Market share distribution among leading milk tea brands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Trends in year-over-year growth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Segmentation of the market by product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Analysis of top competitors in the Singapore milk tea market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Strategies and market positioning of key players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Comparative analysis of strengths and weaknesses among leading brands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Challenges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Regulatory challenges within the milk tea industry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Consumer shifts towards health consciousness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Opportunities in the competitive landscape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Overview of market share findings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Strategic recommendations for stakeholders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Prospects for the future of the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Clarifications on the data presented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Further insights into the Singapore Milk Tea market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Guidance for businesses interested in entering the market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Areas for Improvement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Strong branding and customer loyalty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Expand flavor range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Extensive distribution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Enhance marketing efforts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Use of high-quality 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Improve packaging design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Introduction of innovative flavors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Strengthen online presence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Competitive pricing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Enhance customer service experience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