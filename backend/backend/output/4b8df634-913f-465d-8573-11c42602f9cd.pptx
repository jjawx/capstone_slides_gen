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00000"/>
                </a:solidFill>
              </a:defRPr>
            </a:pPr>
            <a:r>
              <a:t>Singapore Bubble Tea Market Share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000">
                <a:solidFill>
                  <a:srgbClr val="000000"/>
                </a:solidFill>
              </a:defRPr>
            </a:pPr>
            <a:r>
              <a:t>Presentation on the Singapore Bubble Tea Market Share Analysis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An overview of Singapore's bubble tea market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The importance of market share analysis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Presentation objectives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Trends in the bubble tea industry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Major players in Singapore's bubble tea market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Consumer preferences and demographic insights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Data sources:</a:t>
            </a:r>
            <a:r>
              <a:rPr sz="1800">
                <a:solidFill>
                  <a:srgbClr val="000000"/>
                </a:solidFill>
              </a:rPr>
              <a:t> Market reports, surveys, and social media analytics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Data selection criteria:</a:t>
            </a:r>
            <a:r>
              <a:rPr sz="1800">
                <a:solidFill>
                  <a:srgbClr val="000000"/>
                </a:solidFill>
              </a:rPr>
              <a:t> Relevance, currency, and reliability</a:t>
            </a:r>
          </a:p>
          <a:p>
            <a:pPr>
              <a:spcBef>
                <a:spcPts val="700"/>
              </a:spcBef>
              <a:spcAft>
                <a:spcPts val="1400"/>
              </a:spcAft>
            </a:pPr>
            <a:r>
              <a:rPr b="1" sz="1800">
                <a:solidFill>
                  <a:srgbClr val="000000"/>
                </a:solidFill>
              </a:rPr>
              <a:t>Analytical tools:</a:t>
            </a:r>
            <a:r>
              <a:rPr sz="1800">
                <a:solidFill>
                  <a:srgbClr val="000000"/>
                </a:solidFill>
              </a:rPr>
              <a:t> SPSS for statistical analysis and Tableau for data visualization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Market Share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Analysis of the market share held by top bubble tea brands in Singapore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Trend analysis over recent years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Market share comparison using line charts and tables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5" name="Picture 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Implications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Influence on business strategies for bubble tea companies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1800" b="1">
                <a:solidFill>
                  <a:srgbClr val="000000"/>
                </a:solidFill>
              </a:defRPr>
            </a:pPr>
            <a:r>
              <a:t>Opportunities for growth and investment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1800">
                <a:solidFill>
                  <a:srgbClr val="000000"/>
                </a:solidFill>
              </a:defRPr>
            </a:pPr>
            <a:r>
              <a:t>Challenges and opportunities within the market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noFill/>
        <a:effectLst/>
      </p:bgPr>
    </p:bg>
    <p:spTree>
      <p:nvGrpSpPr>
        <p:cNvPr id="1" name=""/>
        <p:cNvGrpSpPr/>
        <p:nvPr/>
      </p:nvGrpSpPr>
      <p:grpSpPr/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Conclusion and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700"/>
              </a:spcBef>
              <a:spcAft>
                <a:spcPts val="1400"/>
              </a:spcAft>
              <a:defRPr sz="2200" b="1">
                <a:solidFill>
                  <a:srgbClr val="000000"/>
                </a:solidFill>
              </a:defRPr>
            </a:pPr>
            <a:r>
              <a:t>Summary of the key findings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Strategic recommendations for stakeholders</a:t>
            </a:r>
          </a:p>
          <a:p>
            <a:pPr>
              <a:spcBef>
                <a:spcPts val="700"/>
              </a:spcBef>
              <a:spcAft>
                <a:spcPts val="1400"/>
              </a:spcAft>
              <a:defRPr sz="2200">
                <a:solidFill>
                  <a:srgbClr val="000000"/>
                </a:solidFill>
              </a:defRPr>
            </a:pPr>
            <a:r>
              <a:t>Future outlook for Singapore's bubble tea market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graphicFrame>
        <p:nvGraphicFramePr>
          <p:cNvPr id="2" name="Table 1"/>
          <p:cNvGraphicFramePr>
            <a:graphicFrameLocks noGrp="1"/>
          </p:cNvGraphicFramePr>
          <p:nvPr/>
        </p:nvGraphicFramePr>
        <p:xfrm>
          <a:off x="914400" y="1828800"/>
          <a:ext cx="73152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Key Takeaway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>
                          <a:solidFill>
                            <a:srgbClr val="FFFFFF"/>
                          </a:solidFill>
                        </a:defRPr>
                      </a:pPr>
                      <a:r>
                        <a:t>Insight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Market Dominance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Brand A commands the largest market share at 35%, showcasing strong brand loyalty and effective marketing.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Rapid Growth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bubble tea market has expanded by 20% year-on-year, reflecting Singapore's growing demand for bubble tea.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Consumer Preference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Preferences for flavored pearls and premium tea bases highlight opportunities for product innovation.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Competitive Landscape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defRPr sz="1400">
                          <a:solidFill>
                            <a:srgbClr val="000000"/>
                          </a:solidFill>
                        </a:defRPr>
                      </a:pPr>
                      <a:r>
                        <a:t>The top three brands make up 70% of the market, indicating a high concentration and significant entry barriers.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