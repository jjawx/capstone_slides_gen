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Analysis of Market Share in Singapore's Food and Beverage Sector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Presentation on the Analysis of Market Share in Singapore's Food and Beverage Sector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purpose of this market share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An overview of Singapore's F&amp;B sector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significance of market share in strategic business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Sources of data and their credibility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Methods used for calculating market share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Study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Singapore F&amp;B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The size and growth trajectory of the F&amp;B sector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Major players and the dynamics of the market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Consumer trends shaping the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Share Analysis - Line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Analysis of market share trends in recent years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Comparison of top F&amp;B outlets in Singapore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Growth patterns and declines identified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Share Analysis -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Market share percentages of key F&amp;B players currently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Year-on-year market share changes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Emerging market players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Implications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Strategic implications of shifts in market share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Opportunities for market newcomers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Strategies for businesses to expand their market share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Overview of significant market share trends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Insights on the strategic value of market analysis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A call to action for businesses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Takeaways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Diverse Market Players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market is dominated by both local and international brands, offering a wide array of cuisines and dining experiences.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Technological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There is a high adoption rate of food delivery apps and digital payment methods, enhancing both customer convenience and operational efficiency.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Sustainability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There's an increasing emphasis on sustainable practices and sourcing, driven by consumer demand and regulatory policies.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COVID-19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pandemic accelerated the shift towards online sales channels, with dine-in services seeing a notable recovery as restrictions have eased.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Market Growth Opportunities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Emerging trends such as plant-based options and artisanal foods present new avenues for growth and innovation.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