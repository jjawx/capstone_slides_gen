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2025年cs2 major赛程，复盘分析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Professional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