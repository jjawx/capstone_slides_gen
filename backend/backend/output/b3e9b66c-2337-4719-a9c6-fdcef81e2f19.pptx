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000000"/>
                </a:solidFill>
              </a:defRPr>
            </a:pPr>
            <a:r>
              <a:t>欢迎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0000"/>
                </a:solidFill>
              </a:defRPr>
            </a:pPr>
            <a:r>
              <a:t>CSGO简介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808080"/>
                </a:solidFill>
              </a:defRPr>
            </a:pPr>
            <a:r>
              <a:t>CSGO全称Counter-Strike: Global Offensive，是一款团队竞技射击游戏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808080"/>
                </a:solidFill>
              </a:defRPr>
            </a:pPr>
            <a:r>
              <a:t>比赛分为反恐部队与恐怖分子两大阵营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808080"/>
                </a:solidFill>
              </a:defRPr>
            </a:pPr>
            <a:r>
              <a:t>主要比赛模式为炸弹模式与人质模式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808080"/>
                </a:solidFill>
              </a:defRPr>
            </a:pPr>
            <a:r>
              <a:t>比赛规则包括回合制胜负、购买装备策略等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808080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0000"/>
                </a:solidFill>
              </a:defRPr>
            </a:pPr>
            <a:r>
              <a:t>战略的重要性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808080"/>
                </a:solidFill>
              </a:defRPr>
            </a:pPr>
            <a:r>
              <a:t>决定比赛节奏和控制权，影响比赛结果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808080"/>
                </a:solidFill>
              </a:defRPr>
            </a:pPr>
            <a:r>
              <a:t>提高团队协同作战能力，优化资源分配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808080"/>
                </a:solidFill>
              </a:defRPr>
            </a:pPr>
            <a:r>
              <a:t>在高水平对抗中，创新战略可突破对手防线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808080"/>
                </a:solidFill>
              </a:defRPr>
            </a:pPr>
            <a:r>
              <a:t>针对对手弱点制定战略，增加获胜几率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808080"/>
                </a:solidFill>
              </a:defRPr>
            </a:pPr>
            <a:r>
              <a:t>实时调整战略，应对比赛中突发情况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808080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0000"/>
                </a:solidFill>
              </a:defRPr>
            </a:pPr>
            <a:r>
              <a:t>地图分析与战略准备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808080"/>
                </a:solidFill>
              </a:defRPr>
            </a:pPr>
            <a:r>
              <a:t>分析地图结构：走位路线、重要控制点、视野盲区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808080"/>
                </a:solidFill>
              </a:defRPr>
            </a:pPr>
            <a:r>
              <a:t>选择策略：基于团队优势、对手弱点选地图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808080"/>
                </a:solidFill>
              </a:defRPr>
            </a:pPr>
            <a:r>
              <a:t>战略部署：设定进攻与防守计划，灵活调整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808080"/>
                </a:solidFill>
              </a:defRPr>
            </a:pPr>
            <a:r>
              <a:t>地图练习：针对性训练地图特定场景，提高执行效率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808080"/>
                </a:solidFill>
              </a:defRPr>
            </a:pPr>
            <a:r>
              <a:t>利用地图工具：研究烟雾、闪光点投掷技巧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808080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0000"/>
                </a:solidFill>
              </a:defRPr>
            </a:pPr>
            <a:r>
              <a:t>经济管理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808080"/>
                </a:solidFill>
              </a:defRPr>
            </a:pPr>
            <a:r>
              <a:t>理解CSGO经济系统：回合胜负奖励、设备成本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808080"/>
                </a:solidFill>
              </a:defRPr>
            </a:pPr>
            <a:r>
              <a:t>节约原则：胜负轮交替购买策略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808080"/>
                </a:solidFill>
              </a:defRPr>
            </a:pPr>
            <a:r>
              <a:t>团队协作：统一购买武器，共享资源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808080"/>
                </a:solidFill>
              </a:defRPr>
            </a:pPr>
            <a:r>
              <a:t>投资回报：合理分配经济，优先保障关键角色和装备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808080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0000"/>
                </a:solidFill>
              </a:defRPr>
            </a:pPr>
            <a:r>
              <a:t>武器与装备选择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808080"/>
                </a:solidFill>
              </a:defRPr>
            </a:pPr>
            <a:r>
              <a:t>不同场景下的武器选择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808080"/>
                </a:solidFill>
              </a:defRPr>
            </a:pPr>
            <a:r>
              <a:t>装备的战略意义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808080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0000"/>
                </a:solidFill>
              </a:defRPr>
            </a:pPr>
            <a:r>
              <a:t>团队协作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808080"/>
                </a:solidFill>
              </a:defRPr>
            </a:pPr>
            <a:r>
              <a:t>沟通的重要性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808080"/>
                </a:solidFill>
              </a:defRPr>
            </a:pPr>
            <a:r>
              <a:t>团队执行力的培养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808080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0000"/>
                </a:solidFill>
              </a:defRPr>
            </a:pPr>
            <a:r>
              <a:t>案例分析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808080"/>
                </a:solidFill>
              </a:defRPr>
            </a:pPr>
            <a:r>
              <a:t>成功战略的案例分享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808080"/>
                </a:solidFill>
              </a:defRPr>
            </a:pPr>
            <a:r>
              <a:t>案例中的教训与启示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808080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0000"/>
                </a:solidFill>
              </a:defRPr>
            </a:pPr>
            <a:r>
              <a:t>战略调整与灵活应变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808080"/>
                </a:solidFill>
              </a:defRPr>
            </a:pPr>
            <a:r>
              <a:t>如何根据比赛情况调整战略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808080"/>
                </a:solidFill>
              </a:defRPr>
            </a:pPr>
            <a:r>
              <a:t>灵活应对突发情况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808080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0000"/>
                </a:solidFill>
              </a:defRPr>
            </a:pPr>
            <a:r>
              <a:t>总结与Q&amp;A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808080"/>
                </a:solidFill>
              </a:defRPr>
            </a:pPr>
            <a:r>
              <a:t>战略制胜的关键要素：团队协作、地图知识、经济管理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808080"/>
                </a:solidFill>
              </a:defRPr>
            </a:pPr>
            <a:r>
              <a:t>重点回顾：如何在不同地图上应用战术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808080"/>
                </a:solidFill>
              </a:defRPr>
            </a:pPr>
            <a:r>
              <a:t>提升方法：持续练习、观看职业比赛、团队之间的沟通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808080"/>
                </a:solidFill>
              </a:defRPr>
            </a:pPr>
            <a:r>
              <a:t>开放提问时间：请针对今天讨论的内容提问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808080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