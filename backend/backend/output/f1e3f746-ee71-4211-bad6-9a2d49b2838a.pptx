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欢迎 &amp; 引言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星巴克投资概览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星巴克品牌简介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品牌历史与发展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全球市场影响力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店铺布局理念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便捷性与舒适性并重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设计理念与顾客体验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地理位置选址策略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高人流地段优先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社区融合性策略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特色服务与产品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独家饮品与季节限定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会员服务体系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盈利模型分析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多元化收入来源：饮品、食品、周边产品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成本控制：优化供应链、降低原材料成本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利润率提升：高毛利产品策略、会员制度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地理位置选址：高人流区域、便捷交通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店铺布局设计：提高顾客体验、促进消费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成功案例分享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重点城市成功店铺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特色策略实施与效果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面临的挑战与对策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- 市场竞争激烈，需深入分析竞争对手布局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- 地理位置选择关键，优选人流密集区域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- 店铺布局需体现品牌特色，增强顾客体验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- 制定灵活应对策略，快速适应市场变化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- 长期规划包括技术创新与服务多元化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投资回报预测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投资成本与回报率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长期盈利潜力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总结与投资呼吁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核心优势：高效的店铺布局与优选地理位置策略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持续增长：通过市场分析不断优化布局，吸引更多顾客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未来发展：扩展至新兴市场与更新旧店铺，增强品牌影响力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邀请投资：加入我们，共同参与星巴克的全球扩展和创新之旅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