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欢迎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AI与PPT的结合：创新方式提高演示效率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AI生成PPT的原理：如何自动化设计与内容生成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案例分析：成功案例分享与启示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实际应用与好处：提升工作效率，增强演示吸引力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面临的挑战与解决方案：技术、隐私等问题的应对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未来展望：AI在演示领域的发展前景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Q&amp;A：解答参与者疑问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AI与PPT的结合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AI技术进步推动个性化PPT模板设计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自动生成图表、图像与动画，提高PPT制作效率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AI辅助内容生成，优化文案与视觉布局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利用AI进行语音转文本，简化演讲稿制作过程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AI技术实现实时内容更新，保持PPT信息准确性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AI生成PPT的原理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自然语言处理(NLP)：理解输入文本，提取关键信息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图像识别与生成技术：根据文本内容选择或生成相应图像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模板和布局智能选择：基于内容和风格偏好自动选择最佳模板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深度学习模型：持续学习优化输出结果，提高生成质量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用户反馈循环：不断根据用户反馈调整算法，优化生成效果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业务报告自动生成示例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市场分析报告PPT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实际应用与好处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显著提高制作PPT的速度，节约时间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通过高质量图像和设计增强视觉吸引力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支持个性化定制，满足不同演讲需求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利用AI优化内容布局，提升信息传达效率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自动生成内容创意，激发新的演讲灵感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面临的挑战与解决方案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挑战：不断更新的AI技术需要持续学习和适应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解决方案：定期培训团队，引入最新AI工具和技术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挑战：提升系统对非技术用户的友好度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解决方案：设计直观的用户界面和交互体验，提供详细使用指南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挑战：确保生成内容的高准确性和相关性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解决方案：不断完善AI模型，引入用户反馈循环以优化内容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AI技术的持续进步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PPT生成技术的创新应用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感谢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感谢大家的聆听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0066CC"/>
                </a:solidFill>
              </a:defRPr>
            </a:pPr>
            <a:r>
              <a:t>欢迎提出宝贵意见与问题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