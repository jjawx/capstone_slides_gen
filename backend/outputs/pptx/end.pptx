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371600"/>
          </a:xfrm>
        </p:spPr>
        <p:txBody>
          <a:bodyPr/>
          <a:lstStyle/>
          <a:p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感谢您的宝贵时间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如有问题请联系：xxx@xxx.com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