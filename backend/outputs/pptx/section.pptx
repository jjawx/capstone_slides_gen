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828800"/>
            <a:ext cx="5486400" cy="1828800"/>
          </a:xfrm>
        </p:spPr>
        <p:txBody>
          <a:bodyPr/>
          <a:lstStyle/>
          <a:p>
            <a:r>
              <a:t>第二章：方法论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657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本章节介绍研究方法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