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85800"/>
            <a:ext cx="7315200" cy="914400"/>
          </a:xfrm>
        </p:spPr>
        <p:txBody>
          <a:bodyPr/>
          <a:lstStyle/>
          <a:p>
            <a:r>
              <a:t>数据分析结果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600200"/>
            <a:ext cx="3657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右侧的详细说明文字内容。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