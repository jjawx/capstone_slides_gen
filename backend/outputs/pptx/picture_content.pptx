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15200" cy="914400"/>
          </a:xfrm>
        </p:spPr>
        <p:txBody>
          <a:bodyPr/>
          <a:lstStyle/>
          <a:p>
            <a:r>
              <a:t>原始图片测试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3657600" cy="350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左侧文字内容区域。</a:t>
            </a:r>
          </a:p>
        </p:txBody>
      </p:sp>
      <p:pic>
        <p:nvPicPr>
          <p:cNvPr id="4" name="Picture 3" descr="test_conver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812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